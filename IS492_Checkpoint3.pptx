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c0f8fdf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c0f8fdf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c0f8fd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8c0f8fd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654cb8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654cb8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8c0f8fd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8c0f8fd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Resume upload, LLM scan and information retrieval, job list by highest matching 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error: Prompt for enforcing LLM to precisely retrieve information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c0f8fd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8c0f8fd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c0f8fd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8c0f8fd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8c0f8fd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8c0f8fd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582332be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582332b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alt-lab-human-ai.github.io/project-check-point-1-ai01/upload" TargetMode="External"/><Relationship Id="rId4" Type="http://schemas.openxmlformats.org/officeDocument/2006/relationships/hyperlink" Target="https://github.com/SALT-Lab-Human-AI/project-check-point-1-ai0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alt-lab-human-ai.github.io/project-check-point-1-ai01/uploa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AI01: HireShark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800">
                <a:solidFill>
                  <a:schemeClr val="dk2"/>
                </a:solidFill>
              </a:rPr>
              <a:t>Fall 2025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34125"/>
            <a:ext cx="8520600" cy="14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6"/>
              <a:t>Deployed Project: </a:t>
            </a:r>
            <a:r>
              <a:rPr lang="en" sz="1166" u="sng">
                <a:solidFill>
                  <a:schemeClr val="hlink"/>
                </a:solidFill>
                <a:hlinkClick r:id="rId3"/>
              </a:rPr>
              <a:t>https://salt-lab-human-ai.github.io/project-check-point-1-ai01/upload</a:t>
            </a:r>
            <a:r>
              <a:rPr lang="en" sz="1166"/>
              <a:t> </a:t>
            </a:r>
            <a:endParaRPr sz="11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6"/>
              <a:t>GitHub: </a:t>
            </a:r>
            <a:r>
              <a:rPr lang="en" sz="1166" u="sng">
                <a:solidFill>
                  <a:schemeClr val="hlink"/>
                </a:solidFill>
                <a:hlinkClick r:id="rId4"/>
              </a:rPr>
              <a:t>https://github.com/SALT-Lab-Human-AI/project-check-point-1-ai01</a:t>
            </a:r>
            <a:endParaRPr sz="11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13"/>
              <a:t>Ashwin Shanmugam, Changho Jung, Kevin Xia, Ramprasath Loganda Sureshbabu</a:t>
            </a:r>
            <a:endParaRPr sz="1913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Problem Statement / Targeted Users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Live Demo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Design Decisions &amp; Challenges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Safety, Privacy &amp; Reliability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Problem Statement / Targeted Users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012"/>
              <a:t>Problems: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It takes time to find jobs matching preferences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Job seekers may suffer from  subjective decisions based on unconscious biase</a:t>
            </a:r>
            <a:r>
              <a:rPr lang="en" sz="1012"/>
              <a:t>s of recruiters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Occur time lost on searching and applying for jobs that seekers want</a:t>
            </a:r>
            <a:endParaRPr sz="1012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012"/>
              <a:t>Target Users:</a:t>
            </a:r>
            <a:endParaRPr sz="1112"/>
          </a:p>
          <a:p>
            <a:pPr indent="-29289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Job seekers!</a:t>
            </a:r>
            <a:endParaRPr sz="1012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012"/>
              <a:t>How: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Automatically extract info from resume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Automatically score and show most matching job with resume</a:t>
            </a:r>
            <a:endParaRPr sz="1012"/>
          </a:p>
          <a:p>
            <a:pPr indent="-29289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3"/>
              <a:buChar char="-"/>
            </a:pPr>
            <a:r>
              <a:rPr lang="en" sz="1012"/>
              <a:t>Automate information retrieval process with score -&gt; faster!</a:t>
            </a:r>
            <a:endParaRPr sz="101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58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17430" l="0" r="0" t="0"/>
          <a:stretch/>
        </p:blipFill>
        <p:spPr>
          <a:xfrm>
            <a:off x="138275" y="1311175"/>
            <a:ext cx="8867451" cy="3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Live Demo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2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https://salt-lab-human-ai.github.io/project-check-point-1-ai01/</a:t>
            </a:r>
            <a:r>
              <a:rPr lang="en" sz="1682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Design Decisions &amp; Challenges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7650" y="1937950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AI used: Gemini API (Gemini Flash 2.5) retrieve information from resume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Having Rate  per Day/Minute limits and token limits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Collected data / usage of data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Currently, no data collected. Seeing customer as product is BAD.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Challenges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Some teammate have zero bases on website building on both frontend and backend -&gt; Get helped from AI (GitHub Copilot/Gemini Client)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Scoring not showing up correctly -&gt; Changed to word vector calculation for skill matching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Getting data for jobs was challenging -&gt; Adzuna API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Deployment on Github required extra steps -&gt; Customize github page deploy scripts &amp; repo private key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Safety, Privacy &amp; Reliability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Not saving personal data, resume data stays local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Parsed resume and job ideation tasks done by Gemini, not stored in HireShark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API keys: VITE_GEMINI_API_KEY, VITE_ADZUNA_APP_ID, and VITE_ADZUNA_APP_KEY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Keep them as secret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Adzuna API used for only parsing job descriptions, not sending resume info to the API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API calls using Gemini may be blocked if quota limits are exceeded or by TOS of Gemini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</a:t>
            </a:r>
            <a:r>
              <a:rPr lang="en"/>
              <a:t>Next Steps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One of main goal is reducing job finding time accurately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HireShark retrieve information (skills, educations, </a:t>
            </a:r>
            <a:r>
              <a:rPr lang="en"/>
              <a:t>experiences</a:t>
            </a:r>
            <a:r>
              <a:rPr lang="en"/>
              <a:t>, etc.) more concisely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Provide job lists that job seekers finds useful (likely to submit applications)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All these processes takes shorter than </a:t>
            </a:r>
            <a:r>
              <a:rPr lang="en"/>
              <a:t>manual</a:t>
            </a:r>
            <a:r>
              <a:rPr lang="en"/>
              <a:t> searching and submit application(s)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to all </a:t>
            </a:r>
            <a:r>
              <a:rPr lang="en"/>
              <a:t>teammates for their efforts: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Ashwin Shanmugam: Added working prototype to repo &amp; Implemented Unit Tests &amp; Code documentations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Changho Jung: Assist prompt folder &amp; Slide preparation &amp; Attempt to work on matching scoring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Kevin Xia: Website Implementation &amp; API Integration &amp; Quality Control &amp; Skill Match Scoring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Ramprasath Loganda Sureshbabu: Website design &amp; Attempt to API Integration for job description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